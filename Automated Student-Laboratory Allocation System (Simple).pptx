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33737E-8322-42F2-9AEB-AFF407FE0143}" v="8" dt="2026-08-20T05:59:09.8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shaperugu49@gmail.com" userId="449af9a5f2c71069" providerId="LiveId" clId="{B4B2E3E7-EAA3-421A-A807-07447E58F388}"/>
    <pc:docChg chg="custSel modSld">
      <pc:chgData name="manishaperugu49@gmail.com" userId="449af9a5f2c71069" providerId="LiveId" clId="{B4B2E3E7-EAA3-421A-A807-07447E58F388}" dt="2026-08-20T06:00:06.786" v="76" actId="255"/>
      <pc:docMkLst>
        <pc:docMk/>
      </pc:docMkLst>
      <pc:sldChg chg="addSp delSp modSp mod">
        <pc:chgData name="manishaperugu49@gmail.com" userId="449af9a5f2c71069" providerId="LiveId" clId="{B4B2E3E7-EAA3-421A-A807-07447E58F388}" dt="2026-08-20T05:50:39.786" v="14" actId="255"/>
        <pc:sldMkLst>
          <pc:docMk/>
          <pc:sldMk cId="0" sldId="256"/>
        </pc:sldMkLst>
        <pc:spChg chg="del">
          <ac:chgData name="manishaperugu49@gmail.com" userId="449af9a5f2c71069" providerId="LiveId" clId="{B4B2E3E7-EAA3-421A-A807-07447E58F388}" dt="2026-08-20T05:49:21.157" v="0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0:00.084" v="6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0:08.559" v="8" actId="14100"/>
          <ac:spMkLst>
            <pc:docMk/>
            <pc:sldMk cId="0" sldId="256"/>
            <ac:spMk id="5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0:11.846" v="9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0:21.024" v="11" actId="14100"/>
          <ac:spMkLst>
            <pc:docMk/>
            <pc:sldMk cId="0" sldId="256"/>
            <ac:spMk id="7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0:39.786" v="14" actId="255"/>
          <ac:spMkLst>
            <pc:docMk/>
            <pc:sldMk cId="0" sldId="256"/>
            <ac:spMk id="8" creationId="{00000000-0000-0000-0000-000000000000}"/>
          </ac:spMkLst>
        </pc:spChg>
        <pc:spChg chg="add del mod">
          <ac:chgData name="manishaperugu49@gmail.com" userId="449af9a5f2c71069" providerId="LiveId" clId="{B4B2E3E7-EAA3-421A-A807-07447E58F388}" dt="2026-08-20T05:49:35.635" v="3"/>
          <ac:spMkLst>
            <pc:docMk/>
            <pc:sldMk cId="0" sldId="256"/>
            <ac:spMk id="9" creationId="{D7E66717-DD6F-4B47-3C3D-71C7C2D8799B}"/>
          </ac:spMkLst>
        </pc:spChg>
      </pc:sldChg>
      <pc:sldChg chg="addSp delSp modSp mod">
        <pc:chgData name="manishaperugu49@gmail.com" userId="449af9a5f2c71069" providerId="LiveId" clId="{B4B2E3E7-EAA3-421A-A807-07447E58F388}" dt="2026-08-20T05:52:25.811" v="23" actId="255"/>
        <pc:sldMkLst>
          <pc:docMk/>
          <pc:sldMk cId="0" sldId="257"/>
        </pc:sldMkLst>
        <pc:spChg chg="mod">
          <ac:chgData name="manishaperugu49@gmail.com" userId="449af9a5f2c71069" providerId="LiveId" clId="{B4B2E3E7-EAA3-421A-A807-07447E58F388}" dt="2026-08-20T05:51:55.103" v="21" actId="255"/>
          <ac:spMkLst>
            <pc:docMk/>
            <pc:sldMk cId="0" sldId="257"/>
            <ac:spMk id="5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1:19.756" v="15" actId="255"/>
          <ac:spMkLst>
            <pc:docMk/>
            <pc:sldMk cId="0" sldId="257"/>
            <ac:spMk id="6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2:10.702" v="22" actId="255"/>
          <ac:spMkLst>
            <pc:docMk/>
            <pc:sldMk cId="0" sldId="257"/>
            <ac:spMk id="8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1:31.637" v="16" actId="255"/>
          <ac:spMkLst>
            <pc:docMk/>
            <pc:sldMk cId="0" sldId="257"/>
            <ac:spMk id="9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2:25.811" v="23" actId="25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1:42.373" v="18" actId="255"/>
          <ac:spMkLst>
            <pc:docMk/>
            <pc:sldMk cId="0" sldId="257"/>
            <ac:spMk id="12" creationId="{00000000-0000-0000-0000-000000000000}"/>
          </ac:spMkLst>
        </pc:spChg>
        <pc:spChg chg="add del mod">
          <ac:chgData name="manishaperugu49@gmail.com" userId="449af9a5f2c71069" providerId="LiveId" clId="{B4B2E3E7-EAA3-421A-A807-07447E58F388}" dt="2026-08-20T05:51:44.384" v="20"/>
          <ac:spMkLst>
            <pc:docMk/>
            <pc:sldMk cId="0" sldId="257"/>
            <ac:spMk id="15" creationId="{A93212F4-EAE3-9620-B205-E52AD4C7586F}"/>
          </ac:spMkLst>
        </pc:spChg>
      </pc:sldChg>
      <pc:sldChg chg="addSp delSp modSp mod">
        <pc:chgData name="manishaperugu49@gmail.com" userId="449af9a5f2c71069" providerId="LiveId" clId="{B4B2E3E7-EAA3-421A-A807-07447E58F388}" dt="2026-08-20T05:54:02.722" v="32" actId="255"/>
        <pc:sldMkLst>
          <pc:docMk/>
          <pc:sldMk cId="0" sldId="258"/>
        </pc:sldMkLst>
        <pc:spChg chg="mod">
          <ac:chgData name="manishaperugu49@gmail.com" userId="449af9a5f2c71069" providerId="LiveId" clId="{B4B2E3E7-EAA3-421A-A807-07447E58F388}" dt="2026-08-20T05:52:53.348" v="24" actId="255"/>
          <ac:spMkLst>
            <pc:docMk/>
            <pc:sldMk cId="0" sldId="258"/>
            <ac:spMk id="6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3:03.646" v="25" actId="255"/>
          <ac:spMkLst>
            <pc:docMk/>
            <pc:sldMk cId="0" sldId="258"/>
            <ac:spMk id="8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3:20.273" v="26" actId="255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3:33.947" v="28" actId="255"/>
          <ac:spMkLst>
            <pc:docMk/>
            <pc:sldMk cId="0" sldId="258"/>
            <ac:spMk id="14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3:44.273" v="29" actId="255"/>
          <ac:spMkLst>
            <pc:docMk/>
            <pc:sldMk cId="0" sldId="258"/>
            <ac:spMk id="17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4:02.722" v="32" actId="255"/>
          <ac:spMkLst>
            <pc:docMk/>
            <pc:sldMk cId="0" sldId="258"/>
            <ac:spMk id="20" creationId="{00000000-0000-0000-0000-000000000000}"/>
          </ac:spMkLst>
        </pc:spChg>
        <pc:spChg chg="add del mod">
          <ac:chgData name="manishaperugu49@gmail.com" userId="449af9a5f2c71069" providerId="LiveId" clId="{B4B2E3E7-EAA3-421A-A807-07447E58F388}" dt="2026-08-20T05:53:49.605" v="31"/>
          <ac:spMkLst>
            <pc:docMk/>
            <pc:sldMk cId="0" sldId="258"/>
            <ac:spMk id="23" creationId="{644FA2A7-3DD1-F973-91F5-AE4713CC2DBA}"/>
          </ac:spMkLst>
        </pc:spChg>
      </pc:sldChg>
      <pc:sldChg chg="addSp delSp modSp mod">
        <pc:chgData name="manishaperugu49@gmail.com" userId="449af9a5f2c71069" providerId="LiveId" clId="{B4B2E3E7-EAA3-421A-A807-07447E58F388}" dt="2026-08-20T05:56:46.709" v="53"/>
        <pc:sldMkLst>
          <pc:docMk/>
          <pc:sldMk cId="0" sldId="259"/>
        </pc:sldMkLst>
        <pc:spChg chg="mod">
          <ac:chgData name="manishaperugu49@gmail.com" userId="449af9a5f2c71069" providerId="LiveId" clId="{B4B2E3E7-EAA3-421A-A807-07447E58F388}" dt="2026-08-20T05:54:32.107" v="37" actId="255"/>
          <ac:spMkLst>
            <pc:docMk/>
            <pc:sldMk cId="0" sldId="259"/>
            <ac:spMk id="6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6:38.843" v="50" actId="255"/>
          <ac:spMkLst>
            <pc:docMk/>
            <pc:sldMk cId="0" sldId="259"/>
            <ac:spMk id="7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4:46.360" v="38" actId="25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6:02.605" v="44" actId="255"/>
          <ac:spMkLst>
            <pc:docMk/>
            <pc:sldMk cId="0" sldId="259"/>
            <ac:spMk id="11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5:01.100" v="40" actId="25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6:10.315" v="45" actId="25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5:09.051" v="41" actId="255"/>
          <ac:spMkLst>
            <pc:docMk/>
            <pc:sldMk cId="0" sldId="259"/>
            <ac:spMk id="18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6:19.310" v="48" actId="255"/>
          <ac:spMkLst>
            <pc:docMk/>
            <pc:sldMk cId="0" sldId="259"/>
            <ac:spMk id="19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5:16.863" v="42" actId="255"/>
          <ac:spMkLst>
            <pc:docMk/>
            <pc:sldMk cId="0" sldId="259"/>
            <ac:spMk id="22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6:44.952" v="51" actId="255"/>
          <ac:spMkLst>
            <pc:docMk/>
            <pc:sldMk cId="0" sldId="259"/>
            <ac:spMk id="23" creationId="{00000000-0000-0000-0000-000000000000}"/>
          </ac:spMkLst>
        </pc:spChg>
        <pc:spChg chg="add del mod">
          <ac:chgData name="manishaperugu49@gmail.com" userId="449af9a5f2c71069" providerId="LiveId" clId="{B4B2E3E7-EAA3-421A-A807-07447E58F388}" dt="2026-08-20T05:54:21.526" v="36"/>
          <ac:spMkLst>
            <pc:docMk/>
            <pc:sldMk cId="0" sldId="259"/>
            <ac:spMk id="26" creationId="{9A97413E-8E1F-3AC9-68A2-50B9ADA0B6B2}"/>
          </ac:spMkLst>
        </pc:spChg>
        <pc:spChg chg="add del mod">
          <ac:chgData name="manishaperugu49@gmail.com" userId="449af9a5f2c71069" providerId="LiveId" clId="{B4B2E3E7-EAA3-421A-A807-07447E58F388}" dt="2026-08-20T05:56:12.383" v="47"/>
          <ac:spMkLst>
            <pc:docMk/>
            <pc:sldMk cId="0" sldId="259"/>
            <ac:spMk id="27" creationId="{C9232FA9-A7F4-4753-479B-E5BD728A4AC0}"/>
          </ac:spMkLst>
        </pc:spChg>
        <pc:spChg chg="add del mod">
          <ac:chgData name="manishaperugu49@gmail.com" userId="449af9a5f2c71069" providerId="LiveId" clId="{B4B2E3E7-EAA3-421A-A807-07447E58F388}" dt="2026-08-20T05:56:46.709" v="53"/>
          <ac:spMkLst>
            <pc:docMk/>
            <pc:sldMk cId="0" sldId="259"/>
            <ac:spMk id="28" creationId="{7090BCF4-D236-CA7D-1145-5657562CFEB9}"/>
          </ac:spMkLst>
        </pc:spChg>
      </pc:sldChg>
      <pc:sldChg chg="modSp mod">
        <pc:chgData name="manishaperugu49@gmail.com" userId="449af9a5f2c71069" providerId="LiveId" clId="{B4B2E3E7-EAA3-421A-A807-07447E58F388}" dt="2026-08-20T05:58:16.795" v="61" actId="255"/>
        <pc:sldMkLst>
          <pc:docMk/>
          <pc:sldMk cId="0" sldId="260"/>
        </pc:sldMkLst>
        <pc:spChg chg="mod">
          <ac:chgData name="manishaperugu49@gmail.com" userId="449af9a5f2c71069" providerId="LiveId" clId="{B4B2E3E7-EAA3-421A-A807-07447E58F388}" dt="2026-08-20T05:57:23.772" v="56" actId="255"/>
          <ac:spMkLst>
            <pc:docMk/>
            <pc:sldMk cId="0" sldId="260"/>
            <ac:spMk id="5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6:56.501" v="54" actId="255"/>
          <ac:spMkLst>
            <pc:docMk/>
            <pc:sldMk cId="0" sldId="260"/>
            <ac:spMk id="7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7:49.680" v="58" actId="255"/>
          <ac:spMkLst>
            <pc:docMk/>
            <pc:sldMk cId="0" sldId="260"/>
            <ac:spMk id="8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8:16.795" v="61" actId="255"/>
          <ac:spMkLst>
            <pc:docMk/>
            <pc:sldMk cId="0" sldId="260"/>
            <ac:spMk id="10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7:39.064" v="57" actId="255"/>
          <ac:spMkLst>
            <pc:docMk/>
            <pc:sldMk cId="0" sldId="260"/>
            <ac:spMk id="11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7:06.672" v="55" actId="255"/>
          <ac:spMkLst>
            <pc:docMk/>
            <pc:sldMk cId="0" sldId="260"/>
            <ac:spMk id="13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7:57.907" v="59" actId="255"/>
          <ac:spMkLst>
            <pc:docMk/>
            <pc:sldMk cId="0" sldId="260"/>
            <ac:spMk id="14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8:07.949" v="60" actId="255"/>
          <ac:spMkLst>
            <pc:docMk/>
            <pc:sldMk cId="0" sldId="260"/>
            <ac:spMk id="16" creationId="{00000000-0000-0000-0000-000000000000}"/>
          </ac:spMkLst>
        </pc:spChg>
      </pc:sldChg>
      <pc:sldChg chg="addSp delSp modSp mod">
        <pc:chgData name="manishaperugu49@gmail.com" userId="449af9a5f2c71069" providerId="LiveId" clId="{B4B2E3E7-EAA3-421A-A807-07447E58F388}" dt="2026-08-20T06:00:06.786" v="76" actId="255"/>
        <pc:sldMkLst>
          <pc:docMk/>
          <pc:sldMk cId="0" sldId="261"/>
        </pc:sldMkLst>
        <pc:spChg chg="mod">
          <ac:chgData name="manishaperugu49@gmail.com" userId="449af9a5f2c71069" providerId="LiveId" clId="{B4B2E3E7-EAA3-421A-A807-07447E58F388}" dt="2026-08-20T06:00:06.786" v="76" actId="255"/>
          <ac:spMkLst>
            <pc:docMk/>
            <pc:sldMk cId="0" sldId="261"/>
            <ac:spMk id="5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9:51.203" v="73" actId="255"/>
          <ac:spMkLst>
            <pc:docMk/>
            <pc:sldMk cId="0" sldId="261"/>
            <ac:spMk id="7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9:29.670" v="71" actId="255"/>
          <ac:spMkLst>
            <pc:docMk/>
            <pc:sldMk cId="0" sldId="261"/>
            <ac:spMk id="9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9:40.330" v="72" actId="255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8:38.515" v="62" actId="255"/>
          <ac:spMkLst>
            <pc:docMk/>
            <pc:sldMk cId="0" sldId="261"/>
            <ac:spMk id="13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9:17.870" v="70" actId="255"/>
          <ac:spMkLst>
            <pc:docMk/>
            <pc:sldMk cId="0" sldId="261"/>
            <ac:spMk id="15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8:55.924" v="64" actId="255"/>
          <ac:spMkLst>
            <pc:docMk/>
            <pc:sldMk cId="0" sldId="261"/>
            <ac:spMk id="17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9:07.613" v="68" actId="255"/>
          <ac:spMkLst>
            <pc:docMk/>
            <pc:sldMk cId="0" sldId="261"/>
            <ac:spMk id="19" creationId="{00000000-0000-0000-0000-000000000000}"/>
          </ac:spMkLst>
        </pc:spChg>
        <pc:spChg chg="mod">
          <ac:chgData name="manishaperugu49@gmail.com" userId="449af9a5f2c71069" providerId="LiveId" clId="{B4B2E3E7-EAA3-421A-A807-07447E58F388}" dt="2026-08-20T05:58:47.703" v="63" actId="255"/>
          <ac:spMkLst>
            <pc:docMk/>
            <pc:sldMk cId="0" sldId="261"/>
            <ac:spMk id="21" creationId="{00000000-0000-0000-0000-000000000000}"/>
          </ac:spMkLst>
        </pc:spChg>
        <pc:spChg chg="add del mod">
          <ac:chgData name="manishaperugu49@gmail.com" userId="449af9a5f2c71069" providerId="LiveId" clId="{B4B2E3E7-EAA3-421A-A807-07447E58F388}" dt="2026-08-20T05:58:59.092" v="67"/>
          <ac:spMkLst>
            <pc:docMk/>
            <pc:sldMk cId="0" sldId="261"/>
            <ac:spMk id="27" creationId="{E44ABAE5-7903-1323-0DFE-83D8E1EBA37E}"/>
          </ac:spMkLst>
        </pc:spChg>
        <pc:spChg chg="add del mod">
          <ac:chgData name="manishaperugu49@gmail.com" userId="449af9a5f2c71069" providerId="LiveId" clId="{B4B2E3E7-EAA3-421A-A807-07447E58F388}" dt="2026-08-20T05:59:51.223" v="75"/>
          <ac:spMkLst>
            <pc:docMk/>
            <pc:sldMk cId="0" sldId="261"/>
            <ac:spMk id="28" creationId="{13851293-21E0-5C27-B0F2-B8675C452EF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2112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5270" y="1463040"/>
            <a:ext cx="9694650" cy="16419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Student–Laboratory Allocation System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95270" y="2783394"/>
            <a:ext cx="8963130" cy="78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Maximum Bipartite Matching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5270" y="3650064"/>
            <a:ext cx="14630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14400" y="3848522"/>
            <a:ext cx="3657600" cy="5767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309744"/>
            <a:ext cx="5486400" cy="14379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2520030176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P. Renuka Chowdary</a:t>
            </a:r>
            <a:endParaRPr lang="en-US" sz="2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2520030054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P. Manisha</a:t>
            </a:r>
            <a:endParaRPr lang="en-US" sz="20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2520030272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U. Sri Laxmi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36192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57600" y="1892808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allocation is a challenging scheduling problem when multiple students prefer the same laboratory and available capacity is limited.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31520" y="3081528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57600" y="3310128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automates allocation using Maximum Bipartite Matching. Students and laboratories are represented as two sets of vertices in a bipartite graph, with an edge connecting a student to each laboratory they prefer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498848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Outcome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57600" y="4727448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matching algorithm identifies an optimal set of student–laboratory assignments, ensuring each student receives at most one laboratory, and generates an allocation report showing successful assignments and unallocated students.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Student–Laboratory Allocation System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Assigning Students to Laboratories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36192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 students to laboratories according to their preferences, while maximizing the number of successful assignments.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31272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students may prefer the same laboratory.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621024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1520" y="37307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available laboratory seats may be limited</a:t>
            </a: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242816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35254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437083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should not receive more than one laboratory.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864608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97433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499262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allocation may lead to conflicts and inefficient utilization</a:t>
            </a: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55961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561441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should maximize the total number of successful assignments</a:t>
            </a: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Student–Laboratory Allocation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Functionalities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36192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8562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Management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0" y="185623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manage student details; accept laboratory preferences from students.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542032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7249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Laboratory Management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272491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available laboratories; maintain laboratory capacity and availability.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410712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593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Preference Mapping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359359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student–laboratory connections based on preferences, represented as a bipartite graph.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4279392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44805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4622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Allocation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446227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Maximum Bipartite Matching to assign each student to at most one laboratory, maximizing total assignments.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5148072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53492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330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 Reports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533095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allocated students and laboratories; identify unallocated students and summarize outcomes.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Student–Laboratory Allocation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36192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&amp; Algorithms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31520" y="2212848"/>
            <a:ext cx="502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Python — implementation of the allocation algorithm</a:t>
            </a:r>
            <a:endParaRPr lang="en-US" sz="16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Bipartite Matching — core algorithm</a:t>
            </a:r>
            <a:endParaRPr lang="en-US" sz="16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 Structure — representation of students, laboratories &amp; preferences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63640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63640" y="2212848"/>
            <a:ext cx="502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63640" y="2395728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6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6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/ Data Management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31520" y="4498848"/>
            <a:ext cx="502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681728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Python Flask — application backend</a:t>
            </a:r>
            <a:endParaRPr lang="en-US" sz="16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storing student, laboratory &amp; preference information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63640" y="4114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Tools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263640" y="4498848"/>
            <a:ext cx="502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4681728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6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600" dirty="0"/>
          </a:p>
          <a:p>
            <a:pPr marL="177800" indent="-177800">
              <a:lnSpc>
                <a:spcPts val="1700"/>
              </a:lnSpc>
              <a:spcAft>
                <a:spcPts val="700"/>
              </a:spcAft>
              <a:buSzPct val="100000"/>
              <a:buChar char="–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testing, if a backend is implemented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Student–Laboratory Allocation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36192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is expected to: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87552" y="2176272"/>
            <a:ext cx="4956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allocate students to suitable laboratories.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8529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834640"/>
            <a:ext cx="4956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the total number of successful student–laboratory assignments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351129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87552" y="3493008"/>
            <a:ext cx="4956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that each student receives at most one allocation.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16966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" y="4151376"/>
            <a:ext cx="4956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conflicts caused by multiple students selecting the same laboratory.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2194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2176272"/>
            <a:ext cx="4956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laboratory utilization through algorithm-based allocation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63640" y="28529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19672" y="2834640"/>
            <a:ext cx="4956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time and effort required for manual scheduling.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351129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19672" y="3493008"/>
            <a:ext cx="4956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clear and accurate allocation reports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63640" y="416966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19672" y="4151376"/>
            <a:ext cx="49560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practical application of graph theory and maximum bipartite matching in real-world scheduling.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" y="5074920"/>
            <a:ext cx="10725912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31520" y="5285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OUTCOME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efficient, automated, and scalable laboratory allocation system that produces optimal student–laboratory assignments based on preferences.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Student–Laboratory Allocation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EB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528</Words>
  <Application>Microsoft Office PowerPoint</Application>
  <PresentationFormat>Widescreen</PresentationFormat>
  <Paragraphs>99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manishaperugu49@gmail.com</cp:lastModifiedBy>
  <cp:revision>1</cp:revision>
  <dcterms:created xsi:type="dcterms:W3CDTF">2026-08-20T05:45:01Z</dcterms:created>
  <dcterms:modified xsi:type="dcterms:W3CDTF">2026-08-20T06:00:18Z</dcterms:modified>
</cp:coreProperties>
</file>